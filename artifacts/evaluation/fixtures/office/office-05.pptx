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Guixu synthetic acceptance sample office 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Deterministic slides fixture.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